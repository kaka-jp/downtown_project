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5" r:id="rId7"/>
    <p:sldId id="259" r:id="rId8"/>
    <p:sldId id="260" r:id="rId9"/>
    <p:sldId id="264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3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D8370-8A09-4958-B6B1-06FC56EE975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4CE6BF8-AC62-4795-B0BE-97BAF364F4D7}">
      <dgm:prSet/>
      <dgm:spPr/>
      <dgm:t>
        <a:bodyPr/>
        <a:lstStyle/>
        <a:p>
          <a:pPr>
            <a:defRPr cap="all"/>
          </a:pPr>
          <a:r>
            <a:rPr lang="pt-BR" dirty="0"/>
            <a:t>História</a:t>
          </a:r>
          <a:endParaRPr lang="en-US" dirty="0"/>
        </a:p>
      </dgm:t>
    </dgm:pt>
    <dgm:pt modelId="{64F33EA2-6585-4293-B62A-CBBBF3239C72}" type="parTrans" cxnId="{33C746CB-2BC9-464C-ADC5-6663208ABF04}">
      <dgm:prSet/>
      <dgm:spPr/>
      <dgm:t>
        <a:bodyPr/>
        <a:lstStyle/>
        <a:p>
          <a:endParaRPr lang="en-US"/>
        </a:p>
      </dgm:t>
    </dgm:pt>
    <dgm:pt modelId="{5691A533-7B1B-4177-A683-CB5A97E455AC}" type="sibTrans" cxnId="{33C746CB-2BC9-464C-ADC5-6663208ABF04}">
      <dgm:prSet/>
      <dgm:spPr/>
      <dgm:t>
        <a:bodyPr/>
        <a:lstStyle/>
        <a:p>
          <a:endParaRPr lang="en-US"/>
        </a:p>
      </dgm:t>
    </dgm:pt>
    <dgm:pt modelId="{A283D9B7-07F8-439B-96FC-8D3406F50D6A}">
      <dgm:prSet/>
      <dgm:spPr/>
      <dgm:t>
        <a:bodyPr/>
        <a:lstStyle/>
        <a:p>
          <a:pPr>
            <a:defRPr cap="all"/>
          </a:pPr>
          <a:r>
            <a:rPr lang="pt-BR" dirty="0"/>
            <a:t>Personagens</a:t>
          </a:r>
          <a:endParaRPr lang="en-US" dirty="0"/>
        </a:p>
      </dgm:t>
    </dgm:pt>
    <dgm:pt modelId="{61606B5F-B506-43B4-9EC2-89ADC5895847}" type="parTrans" cxnId="{A60CF283-D62E-4E74-BF32-B50E9031E38C}">
      <dgm:prSet/>
      <dgm:spPr/>
      <dgm:t>
        <a:bodyPr/>
        <a:lstStyle/>
        <a:p>
          <a:endParaRPr lang="en-US"/>
        </a:p>
      </dgm:t>
    </dgm:pt>
    <dgm:pt modelId="{20D1D823-E128-4968-98A6-17DFCFE8029C}" type="sibTrans" cxnId="{A60CF283-D62E-4E74-BF32-B50E9031E38C}">
      <dgm:prSet/>
      <dgm:spPr/>
      <dgm:t>
        <a:bodyPr/>
        <a:lstStyle/>
        <a:p>
          <a:endParaRPr lang="en-US"/>
        </a:p>
      </dgm:t>
    </dgm:pt>
    <dgm:pt modelId="{DF6F7397-4F32-42F3-9655-2C429CF24333}">
      <dgm:prSet/>
      <dgm:spPr/>
      <dgm:t>
        <a:bodyPr/>
        <a:lstStyle/>
        <a:p>
          <a:pPr>
            <a:defRPr cap="all"/>
          </a:pPr>
          <a:r>
            <a:rPr lang="pt-BR" dirty="0"/>
            <a:t>Design de nível / ambiente</a:t>
          </a:r>
          <a:endParaRPr lang="en-US" dirty="0"/>
        </a:p>
      </dgm:t>
    </dgm:pt>
    <dgm:pt modelId="{7B9C2279-A011-4DA0-AB3E-F2ECE268D6B4}" type="parTrans" cxnId="{9FC7A264-225A-400D-BD07-3F08B849FAC5}">
      <dgm:prSet/>
      <dgm:spPr/>
      <dgm:t>
        <a:bodyPr/>
        <a:lstStyle/>
        <a:p>
          <a:endParaRPr lang="en-US"/>
        </a:p>
      </dgm:t>
    </dgm:pt>
    <dgm:pt modelId="{678672E3-F653-499F-9B65-3E53FA5E4726}" type="sibTrans" cxnId="{9FC7A264-225A-400D-BD07-3F08B849FAC5}">
      <dgm:prSet/>
      <dgm:spPr/>
      <dgm:t>
        <a:bodyPr/>
        <a:lstStyle/>
        <a:p>
          <a:endParaRPr lang="en-US"/>
        </a:p>
      </dgm:t>
    </dgm:pt>
    <dgm:pt modelId="{798F7766-7002-43D5-971D-2D24DC4C28BA}">
      <dgm:prSet/>
      <dgm:spPr/>
      <dgm:t>
        <a:bodyPr/>
        <a:lstStyle/>
        <a:p>
          <a:pPr>
            <a:defRPr cap="all"/>
          </a:pPr>
          <a:r>
            <a:rPr lang="pt-BR" dirty="0"/>
            <a:t>Jogabilidade</a:t>
          </a:r>
          <a:endParaRPr lang="en-US" dirty="0"/>
        </a:p>
      </dgm:t>
    </dgm:pt>
    <dgm:pt modelId="{25633E57-A503-4087-B865-4CF287B78C9C}" type="parTrans" cxnId="{1840D9ED-823E-4A94-93B5-096A8E67E54D}">
      <dgm:prSet/>
      <dgm:spPr/>
      <dgm:t>
        <a:bodyPr/>
        <a:lstStyle/>
        <a:p>
          <a:endParaRPr lang="en-US"/>
        </a:p>
      </dgm:t>
    </dgm:pt>
    <dgm:pt modelId="{B1D1C11B-3D77-4215-8E29-93875B145E32}" type="sibTrans" cxnId="{1840D9ED-823E-4A94-93B5-096A8E67E54D}">
      <dgm:prSet/>
      <dgm:spPr/>
      <dgm:t>
        <a:bodyPr/>
        <a:lstStyle/>
        <a:p>
          <a:endParaRPr lang="en-US"/>
        </a:p>
      </dgm:t>
    </dgm:pt>
    <dgm:pt modelId="{E29591D4-5BD4-4BE5-A0E5-A8392BE766FF}">
      <dgm:prSet/>
      <dgm:spPr/>
      <dgm:t>
        <a:bodyPr/>
        <a:lstStyle/>
        <a:p>
          <a:pPr>
            <a:defRPr cap="all"/>
          </a:pPr>
          <a:r>
            <a:rPr lang="pt-BR" dirty="0" err="1"/>
            <a:t>Art</a:t>
          </a:r>
          <a:endParaRPr lang="en-US" dirty="0"/>
        </a:p>
      </dgm:t>
    </dgm:pt>
    <dgm:pt modelId="{3761E8B7-BDD3-41EA-A845-7B424FEEB5E4}" type="parTrans" cxnId="{783E6EF3-7C81-48FF-AAC8-F6A781AC7D08}">
      <dgm:prSet/>
      <dgm:spPr/>
      <dgm:t>
        <a:bodyPr/>
        <a:lstStyle/>
        <a:p>
          <a:endParaRPr lang="en-US"/>
        </a:p>
      </dgm:t>
    </dgm:pt>
    <dgm:pt modelId="{9561B98B-26A6-48A3-BF64-526EDAE477B9}" type="sibTrans" cxnId="{783E6EF3-7C81-48FF-AAC8-F6A781AC7D08}">
      <dgm:prSet/>
      <dgm:spPr/>
      <dgm:t>
        <a:bodyPr/>
        <a:lstStyle/>
        <a:p>
          <a:endParaRPr lang="en-US"/>
        </a:p>
      </dgm:t>
    </dgm:pt>
    <dgm:pt modelId="{AF9192A9-B5CD-441F-A36E-A57B94ACB6D6}">
      <dgm:prSet/>
      <dgm:spPr/>
      <dgm:t>
        <a:bodyPr/>
        <a:lstStyle/>
        <a:p>
          <a:pPr>
            <a:defRPr cap="all"/>
          </a:pPr>
          <a:r>
            <a:rPr lang="pt-BR" dirty="0"/>
            <a:t>Som e Música</a:t>
          </a:r>
          <a:endParaRPr lang="en-US" dirty="0"/>
        </a:p>
      </dgm:t>
    </dgm:pt>
    <dgm:pt modelId="{8658E83F-CF92-48D2-BDB9-CFFB472C14FC}" type="parTrans" cxnId="{A8EA6F5D-0387-4169-8F35-3E7E6473F719}">
      <dgm:prSet/>
      <dgm:spPr/>
      <dgm:t>
        <a:bodyPr/>
        <a:lstStyle/>
        <a:p>
          <a:endParaRPr lang="en-US"/>
        </a:p>
      </dgm:t>
    </dgm:pt>
    <dgm:pt modelId="{0B7390E1-73DD-498E-B52E-1CF207B33F6E}" type="sibTrans" cxnId="{A8EA6F5D-0387-4169-8F35-3E7E6473F719}">
      <dgm:prSet/>
      <dgm:spPr/>
      <dgm:t>
        <a:bodyPr/>
        <a:lstStyle/>
        <a:p>
          <a:endParaRPr lang="en-US"/>
        </a:p>
      </dgm:t>
    </dgm:pt>
    <dgm:pt modelId="{5E61768E-3C4D-47CF-8549-E8AD95391902}">
      <dgm:prSet/>
      <dgm:spPr/>
      <dgm:t>
        <a:bodyPr/>
        <a:lstStyle/>
        <a:p>
          <a:pPr>
            <a:defRPr cap="all"/>
          </a:pPr>
          <a:r>
            <a:rPr lang="pt-BR" dirty="0"/>
            <a:t>Interface do usuário, controles do jogo</a:t>
          </a:r>
          <a:endParaRPr lang="en-US" dirty="0"/>
        </a:p>
      </dgm:t>
    </dgm:pt>
    <dgm:pt modelId="{0C62D99F-8541-4E3E-98AB-C043A0BDDDAD}" type="parTrans" cxnId="{D9FA29CA-2E45-487E-AF2F-CDAA5F32CBC3}">
      <dgm:prSet/>
      <dgm:spPr/>
      <dgm:t>
        <a:bodyPr/>
        <a:lstStyle/>
        <a:p>
          <a:endParaRPr lang="en-US"/>
        </a:p>
      </dgm:t>
    </dgm:pt>
    <dgm:pt modelId="{1527DEB4-8BAB-4CEE-9016-5D02B0169665}" type="sibTrans" cxnId="{D9FA29CA-2E45-487E-AF2F-CDAA5F32CBC3}">
      <dgm:prSet/>
      <dgm:spPr/>
      <dgm:t>
        <a:bodyPr/>
        <a:lstStyle/>
        <a:p>
          <a:endParaRPr lang="en-US"/>
        </a:p>
      </dgm:t>
    </dgm:pt>
    <dgm:pt modelId="{B4DFC715-16B8-4086-B711-AC99496F5DC5}" type="pres">
      <dgm:prSet presAssocID="{A4CD8370-8A09-4958-B6B1-06FC56EE975F}" presName="root" presStyleCnt="0">
        <dgm:presLayoutVars>
          <dgm:dir/>
          <dgm:resizeHandles val="exact"/>
        </dgm:presLayoutVars>
      </dgm:prSet>
      <dgm:spPr/>
    </dgm:pt>
    <dgm:pt modelId="{962D3C4F-2440-46A6-A1E6-57079DB170F5}" type="pres">
      <dgm:prSet presAssocID="{E4CE6BF8-AC62-4795-B0BE-97BAF364F4D7}" presName="compNode" presStyleCnt="0"/>
      <dgm:spPr/>
    </dgm:pt>
    <dgm:pt modelId="{FC05B9C6-DE2F-46C8-B0BF-3C4BE0BA0BAC}" type="pres">
      <dgm:prSet presAssocID="{E4CE6BF8-AC62-4795-B0BE-97BAF364F4D7}" presName="iconBgRect" presStyleLbl="bgShp" presStyleIdx="0" presStyleCnt="7"/>
      <dgm:spPr/>
    </dgm:pt>
    <dgm:pt modelId="{7D9CBEA7-68A5-4784-9E18-08E4BEAE921E}" type="pres">
      <dgm:prSet presAssocID="{E4CE6BF8-AC62-4795-B0BE-97BAF364F4D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F29D7CCD-45C8-4FF2-8F3F-DC234FA9E635}" type="pres">
      <dgm:prSet presAssocID="{E4CE6BF8-AC62-4795-B0BE-97BAF364F4D7}" presName="spaceRect" presStyleCnt="0"/>
      <dgm:spPr/>
    </dgm:pt>
    <dgm:pt modelId="{CEE67021-F923-49FC-93E7-BC44D4E74E47}" type="pres">
      <dgm:prSet presAssocID="{E4CE6BF8-AC62-4795-B0BE-97BAF364F4D7}" presName="textRect" presStyleLbl="revTx" presStyleIdx="0" presStyleCnt="7">
        <dgm:presLayoutVars>
          <dgm:chMax val="1"/>
          <dgm:chPref val="1"/>
        </dgm:presLayoutVars>
      </dgm:prSet>
      <dgm:spPr/>
    </dgm:pt>
    <dgm:pt modelId="{ABC5AAC6-E47F-441D-A4AF-4D27DCF5092E}" type="pres">
      <dgm:prSet presAssocID="{5691A533-7B1B-4177-A683-CB5A97E455AC}" presName="sibTrans" presStyleCnt="0"/>
      <dgm:spPr/>
    </dgm:pt>
    <dgm:pt modelId="{5CF3A43D-616A-4279-BDE0-A87C9742CDDB}" type="pres">
      <dgm:prSet presAssocID="{A283D9B7-07F8-439B-96FC-8D3406F50D6A}" presName="compNode" presStyleCnt="0"/>
      <dgm:spPr/>
    </dgm:pt>
    <dgm:pt modelId="{94A0C7B5-CF9C-49F6-BB19-8599DE18C671}" type="pres">
      <dgm:prSet presAssocID="{A283D9B7-07F8-439B-96FC-8D3406F50D6A}" presName="iconBgRect" presStyleLbl="bgShp" presStyleIdx="1" presStyleCnt="7"/>
      <dgm:spPr/>
    </dgm:pt>
    <dgm:pt modelId="{13134837-A864-4349-A5C8-A116EA6D2C4B}" type="pres">
      <dgm:prSet presAssocID="{A283D9B7-07F8-439B-96FC-8D3406F50D6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orno de rosto babando"/>
        </a:ext>
      </dgm:extLst>
    </dgm:pt>
    <dgm:pt modelId="{E8AF2AA2-F62D-4CCB-8E0D-A5ADE5013FFD}" type="pres">
      <dgm:prSet presAssocID="{A283D9B7-07F8-439B-96FC-8D3406F50D6A}" presName="spaceRect" presStyleCnt="0"/>
      <dgm:spPr/>
    </dgm:pt>
    <dgm:pt modelId="{8ADE5C7B-4302-4DCC-A687-183C88E482B2}" type="pres">
      <dgm:prSet presAssocID="{A283D9B7-07F8-439B-96FC-8D3406F50D6A}" presName="textRect" presStyleLbl="revTx" presStyleIdx="1" presStyleCnt="7">
        <dgm:presLayoutVars>
          <dgm:chMax val="1"/>
          <dgm:chPref val="1"/>
        </dgm:presLayoutVars>
      </dgm:prSet>
      <dgm:spPr/>
    </dgm:pt>
    <dgm:pt modelId="{2325C66D-AD34-41D2-BAC4-9802614D9AD4}" type="pres">
      <dgm:prSet presAssocID="{20D1D823-E128-4968-98A6-17DFCFE8029C}" presName="sibTrans" presStyleCnt="0"/>
      <dgm:spPr/>
    </dgm:pt>
    <dgm:pt modelId="{29BEC216-2B81-4746-9F90-8D627B2AE4EB}" type="pres">
      <dgm:prSet presAssocID="{DF6F7397-4F32-42F3-9655-2C429CF24333}" presName="compNode" presStyleCnt="0"/>
      <dgm:spPr/>
    </dgm:pt>
    <dgm:pt modelId="{133E7284-85F6-41B0-B15A-79FA76998308}" type="pres">
      <dgm:prSet presAssocID="{DF6F7397-4F32-42F3-9655-2C429CF24333}" presName="iconBgRect" presStyleLbl="bgShp" presStyleIdx="2" presStyleCnt="7"/>
      <dgm:spPr/>
    </dgm:pt>
    <dgm:pt modelId="{BD93002D-384B-4C76-9B09-53199268805C}" type="pres">
      <dgm:prSet presAssocID="{DF6F7397-4F32-42F3-9655-2C429CF2433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782CD79F-BA2E-4AC2-86EA-6FB33FDFA653}" type="pres">
      <dgm:prSet presAssocID="{DF6F7397-4F32-42F3-9655-2C429CF24333}" presName="spaceRect" presStyleCnt="0"/>
      <dgm:spPr/>
    </dgm:pt>
    <dgm:pt modelId="{EE08375F-1CB2-4B6C-8CBC-919F8BC110B3}" type="pres">
      <dgm:prSet presAssocID="{DF6F7397-4F32-42F3-9655-2C429CF24333}" presName="textRect" presStyleLbl="revTx" presStyleIdx="2" presStyleCnt="7">
        <dgm:presLayoutVars>
          <dgm:chMax val="1"/>
          <dgm:chPref val="1"/>
        </dgm:presLayoutVars>
      </dgm:prSet>
      <dgm:spPr/>
    </dgm:pt>
    <dgm:pt modelId="{4DED910F-8EDB-4066-88CF-F3B5086804B7}" type="pres">
      <dgm:prSet presAssocID="{678672E3-F653-499F-9B65-3E53FA5E4726}" presName="sibTrans" presStyleCnt="0"/>
      <dgm:spPr/>
    </dgm:pt>
    <dgm:pt modelId="{F6407729-A437-4604-8A32-22D0873586C3}" type="pres">
      <dgm:prSet presAssocID="{798F7766-7002-43D5-971D-2D24DC4C28BA}" presName="compNode" presStyleCnt="0"/>
      <dgm:spPr/>
    </dgm:pt>
    <dgm:pt modelId="{E8EC5EC4-E91D-458B-BFF2-3A9F303EEDAD}" type="pres">
      <dgm:prSet presAssocID="{798F7766-7002-43D5-971D-2D24DC4C28BA}" presName="iconBgRect" presStyleLbl="bgShp" presStyleIdx="3" presStyleCnt="7"/>
      <dgm:spPr/>
    </dgm:pt>
    <dgm:pt modelId="{B2C93545-FF0F-4DF2-88C0-55F943738426}" type="pres">
      <dgm:prSet presAssocID="{798F7766-7002-43D5-971D-2D24DC4C28B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7049EDFC-2B52-4D49-A4BB-CF1969067299}" type="pres">
      <dgm:prSet presAssocID="{798F7766-7002-43D5-971D-2D24DC4C28BA}" presName="spaceRect" presStyleCnt="0"/>
      <dgm:spPr/>
    </dgm:pt>
    <dgm:pt modelId="{E8F529FB-C1D2-4BF1-AC10-9D2D72E8775D}" type="pres">
      <dgm:prSet presAssocID="{798F7766-7002-43D5-971D-2D24DC4C28BA}" presName="textRect" presStyleLbl="revTx" presStyleIdx="3" presStyleCnt="7">
        <dgm:presLayoutVars>
          <dgm:chMax val="1"/>
          <dgm:chPref val="1"/>
        </dgm:presLayoutVars>
      </dgm:prSet>
      <dgm:spPr/>
    </dgm:pt>
    <dgm:pt modelId="{BD1F7CD1-F21C-4968-A833-3F0245229FB7}" type="pres">
      <dgm:prSet presAssocID="{B1D1C11B-3D77-4215-8E29-93875B145E32}" presName="sibTrans" presStyleCnt="0"/>
      <dgm:spPr/>
    </dgm:pt>
    <dgm:pt modelId="{2F9910B2-1561-463C-B32C-2FDC209E6874}" type="pres">
      <dgm:prSet presAssocID="{E29591D4-5BD4-4BE5-A0E5-A8392BE766FF}" presName="compNode" presStyleCnt="0"/>
      <dgm:spPr/>
    </dgm:pt>
    <dgm:pt modelId="{551151C5-7EFE-424B-895F-D890B7C5291F}" type="pres">
      <dgm:prSet presAssocID="{E29591D4-5BD4-4BE5-A0E5-A8392BE766FF}" presName="iconBgRect" presStyleLbl="bgShp" presStyleIdx="4" presStyleCnt="7"/>
      <dgm:spPr/>
    </dgm:pt>
    <dgm:pt modelId="{3AFEDFE5-9E17-4CC9-8061-9562A38B5EE2}" type="pres">
      <dgm:prSet presAssocID="{E29591D4-5BD4-4BE5-A0E5-A8392BE766F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valete"/>
        </a:ext>
      </dgm:extLst>
    </dgm:pt>
    <dgm:pt modelId="{2A5B30DD-1115-49E6-8EE6-3E7C07FDA468}" type="pres">
      <dgm:prSet presAssocID="{E29591D4-5BD4-4BE5-A0E5-A8392BE766FF}" presName="spaceRect" presStyleCnt="0"/>
      <dgm:spPr/>
    </dgm:pt>
    <dgm:pt modelId="{C36E308F-2D75-4F3F-8820-2BBE99A14B6E}" type="pres">
      <dgm:prSet presAssocID="{E29591D4-5BD4-4BE5-A0E5-A8392BE766FF}" presName="textRect" presStyleLbl="revTx" presStyleIdx="4" presStyleCnt="7">
        <dgm:presLayoutVars>
          <dgm:chMax val="1"/>
          <dgm:chPref val="1"/>
        </dgm:presLayoutVars>
      </dgm:prSet>
      <dgm:spPr/>
    </dgm:pt>
    <dgm:pt modelId="{9DF405F1-D923-41F5-9E0D-3E9CB95947A9}" type="pres">
      <dgm:prSet presAssocID="{9561B98B-26A6-48A3-BF64-526EDAE477B9}" presName="sibTrans" presStyleCnt="0"/>
      <dgm:spPr/>
    </dgm:pt>
    <dgm:pt modelId="{4286DCB9-3FFF-4F20-8366-82BD352E4067}" type="pres">
      <dgm:prSet presAssocID="{AF9192A9-B5CD-441F-A36E-A57B94ACB6D6}" presName="compNode" presStyleCnt="0"/>
      <dgm:spPr/>
    </dgm:pt>
    <dgm:pt modelId="{FB0E42EF-205C-4D03-BA2A-F3742C0840DF}" type="pres">
      <dgm:prSet presAssocID="{AF9192A9-B5CD-441F-A36E-A57B94ACB6D6}" presName="iconBgRect" presStyleLbl="bgShp" presStyleIdx="5" presStyleCnt="7"/>
      <dgm:spPr/>
    </dgm:pt>
    <dgm:pt modelId="{E99D0B44-E982-498B-9E14-730D86C1D86D}" type="pres">
      <dgm:prSet presAssocID="{AF9192A9-B5CD-441F-A36E-A57B94ACB6D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úsica"/>
        </a:ext>
      </dgm:extLst>
    </dgm:pt>
    <dgm:pt modelId="{AB158248-1E83-494A-B018-34CD21714C47}" type="pres">
      <dgm:prSet presAssocID="{AF9192A9-B5CD-441F-A36E-A57B94ACB6D6}" presName="spaceRect" presStyleCnt="0"/>
      <dgm:spPr/>
    </dgm:pt>
    <dgm:pt modelId="{174534CC-6004-4754-97FC-E28879CBC122}" type="pres">
      <dgm:prSet presAssocID="{AF9192A9-B5CD-441F-A36E-A57B94ACB6D6}" presName="textRect" presStyleLbl="revTx" presStyleIdx="5" presStyleCnt="7">
        <dgm:presLayoutVars>
          <dgm:chMax val="1"/>
          <dgm:chPref val="1"/>
        </dgm:presLayoutVars>
      </dgm:prSet>
      <dgm:spPr/>
    </dgm:pt>
    <dgm:pt modelId="{8C099DCA-B4CD-4DB3-8D1A-7E0F3E8A272B}" type="pres">
      <dgm:prSet presAssocID="{0B7390E1-73DD-498E-B52E-1CF207B33F6E}" presName="sibTrans" presStyleCnt="0"/>
      <dgm:spPr/>
    </dgm:pt>
    <dgm:pt modelId="{CAE15177-3357-4A4A-B1D9-92EA5F485802}" type="pres">
      <dgm:prSet presAssocID="{5E61768E-3C4D-47CF-8549-E8AD95391902}" presName="compNode" presStyleCnt="0"/>
      <dgm:spPr/>
    </dgm:pt>
    <dgm:pt modelId="{5E23D7CA-A503-4E48-8AF5-21D895964FB3}" type="pres">
      <dgm:prSet presAssocID="{5E61768E-3C4D-47CF-8549-E8AD95391902}" presName="iconBgRect" presStyleLbl="bgShp" presStyleIdx="6" presStyleCnt="7"/>
      <dgm:spPr/>
    </dgm:pt>
    <dgm:pt modelId="{F4AA7712-5AD5-4551-B806-C8F6384579E9}" type="pres">
      <dgm:prSet presAssocID="{5E61768E-3C4D-47CF-8549-E8AD9539190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BB13AD2-17B2-44C0-BCD0-E220603BE412}" type="pres">
      <dgm:prSet presAssocID="{5E61768E-3C4D-47CF-8549-E8AD95391902}" presName="spaceRect" presStyleCnt="0"/>
      <dgm:spPr/>
    </dgm:pt>
    <dgm:pt modelId="{68C2CC40-9E39-4603-9780-718123EBDEC0}" type="pres">
      <dgm:prSet presAssocID="{5E61768E-3C4D-47CF-8549-E8AD95391902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DA1D661A-DAD7-4915-9937-4699459FB382}" type="presOf" srcId="{A283D9B7-07F8-439B-96FC-8D3406F50D6A}" destId="{8ADE5C7B-4302-4DCC-A687-183C88E482B2}" srcOrd="0" destOrd="0" presId="urn:microsoft.com/office/officeart/2018/5/layout/IconCircleLabelList"/>
    <dgm:cxn modelId="{A1B26639-688D-4C62-82EB-8F544428FA5D}" type="presOf" srcId="{E29591D4-5BD4-4BE5-A0E5-A8392BE766FF}" destId="{C36E308F-2D75-4F3F-8820-2BBE99A14B6E}" srcOrd="0" destOrd="0" presId="urn:microsoft.com/office/officeart/2018/5/layout/IconCircleLabelList"/>
    <dgm:cxn modelId="{4A41B23C-44DB-4788-B3D6-1EFF35FDEAFB}" type="presOf" srcId="{A4CD8370-8A09-4958-B6B1-06FC56EE975F}" destId="{B4DFC715-16B8-4086-B711-AC99496F5DC5}" srcOrd="0" destOrd="0" presId="urn:microsoft.com/office/officeart/2018/5/layout/IconCircleLabelList"/>
    <dgm:cxn modelId="{A8EA6F5D-0387-4169-8F35-3E7E6473F719}" srcId="{A4CD8370-8A09-4958-B6B1-06FC56EE975F}" destId="{AF9192A9-B5CD-441F-A36E-A57B94ACB6D6}" srcOrd="5" destOrd="0" parTransId="{8658E83F-CF92-48D2-BDB9-CFFB472C14FC}" sibTransId="{0B7390E1-73DD-498E-B52E-1CF207B33F6E}"/>
    <dgm:cxn modelId="{9FC7A264-225A-400D-BD07-3F08B849FAC5}" srcId="{A4CD8370-8A09-4958-B6B1-06FC56EE975F}" destId="{DF6F7397-4F32-42F3-9655-2C429CF24333}" srcOrd="2" destOrd="0" parTransId="{7B9C2279-A011-4DA0-AB3E-F2ECE268D6B4}" sibTransId="{678672E3-F653-499F-9B65-3E53FA5E4726}"/>
    <dgm:cxn modelId="{88687551-DE7E-4ED1-8E73-F5320EDFB029}" type="presOf" srcId="{AF9192A9-B5CD-441F-A36E-A57B94ACB6D6}" destId="{174534CC-6004-4754-97FC-E28879CBC122}" srcOrd="0" destOrd="0" presId="urn:microsoft.com/office/officeart/2018/5/layout/IconCircleLabelList"/>
    <dgm:cxn modelId="{BFCFF953-6E6A-4B37-AA6F-A42655A7726F}" type="presOf" srcId="{798F7766-7002-43D5-971D-2D24DC4C28BA}" destId="{E8F529FB-C1D2-4BF1-AC10-9D2D72E8775D}" srcOrd="0" destOrd="0" presId="urn:microsoft.com/office/officeart/2018/5/layout/IconCircleLabelList"/>
    <dgm:cxn modelId="{A60CF283-D62E-4E74-BF32-B50E9031E38C}" srcId="{A4CD8370-8A09-4958-B6B1-06FC56EE975F}" destId="{A283D9B7-07F8-439B-96FC-8D3406F50D6A}" srcOrd="1" destOrd="0" parTransId="{61606B5F-B506-43B4-9EC2-89ADC5895847}" sibTransId="{20D1D823-E128-4968-98A6-17DFCFE8029C}"/>
    <dgm:cxn modelId="{0887F5B1-A947-41C5-9CE7-06FFB49C7AA3}" type="presOf" srcId="{DF6F7397-4F32-42F3-9655-2C429CF24333}" destId="{EE08375F-1CB2-4B6C-8CBC-919F8BC110B3}" srcOrd="0" destOrd="0" presId="urn:microsoft.com/office/officeart/2018/5/layout/IconCircleLabelList"/>
    <dgm:cxn modelId="{026B73C1-2FFC-4A57-A113-9EDC28486797}" type="presOf" srcId="{5E61768E-3C4D-47CF-8549-E8AD95391902}" destId="{68C2CC40-9E39-4603-9780-718123EBDEC0}" srcOrd="0" destOrd="0" presId="urn:microsoft.com/office/officeart/2018/5/layout/IconCircleLabelList"/>
    <dgm:cxn modelId="{D9FA29CA-2E45-487E-AF2F-CDAA5F32CBC3}" srcId="{A4CD8370-8A09-4958-B6B1-06FC56EE975F}" destId="{5E61768E-3C4D-47CF-8549-E8AD95391902}" srcOrd="6" destOrd="0" parTransId="{0C62D99F-8541-4E3E-98AB-C043A0BDDDAD}" sibTransId="{1527DEB4-8BAB-4CEE-9016-5D02B0169665}"/>
    <dgm:cxn modelId="{33C746CB-2BC9-464C-ADC5-6663208ABF04}" srcId="{A4CD8370-8A09-4958-B6B1-06FC56EE975F}" destId="{E4CE6BF8-AC62-4795-B0BE-97BAF364F4D7}" srcOrd="0" destOrd="0" parTransId="{64F33EA2-6585-4293-B62A-CBBBF3239C72}" sibTransId="{5691A533-7B1B-4177-A683-CB5A97E455AC}"/>
    <dgm:cxn modelId="{1840D9ED-823E-4A94-93B5-096A8E67E54D}" srcId="{A4CD8370-8A09-4958-B6B1-06FC56EE975F}" destId="{798F7766-7002-43D5-971D-2D24DC4C28BA}" srcOrd="3" destOrd="0" parTransId="{25633E57-A503-4087-B865-4CF287B78C9C}" sibTransId="{B1D1C11B-3D77-4215-8E29-93875B145E32}"/>
    <dgm:cxn modelId="{783E6EF3-7C81-48FF-AAC8-F6A781AC7D08}" srcId="{A4CD8370-8A09-4958-B6B1-06FC56EE975F}" destId="{E29591D4-5BD4-4BE5-A0E5-A8392BE766FF}" srcOrd="4" destOrd="0" parTransId="{3761E8B7-BDD3-41EA-A845-7B424FEEB5E4}" sibTransId="{9561B98B-26A6-48A3-BF64-526EDAE477B9}"/>
    <dgm:cxn modelId="{A6D661FC-D4D8-40E2-BB92-7F51F37470E8}" type="presOf" srcId="{E4CE6BF8-AC62-4795-B0BE-97BAF364F4D7}" destId="{CEE67021-F923-49FC-93E7-BC44D4E74E47}" srcOrd="0" destOrd="0" presId="urn:microsoft.com/office/officeart/2018/5/layout/IconCircleLabelList"/>
    <dgm:cxn modelId="{99993B52-9673-4F7D-B12A-939662C7A11E}" type="presParOf" srcId="{B4DFC715-16B8-4086-B711-AC99496F5DC5}" destId="{962D3C4F-2440-46A6-A1E6-57079DB170F5}" srcOrd="0" destOrd="0" presId="urn:microsoft.com/office/officeart/2018/5/layout/IconCircleLabelList"/>
    <dgm:cxn modelId="{95862104-999B-411B-9297-79C17A7DD729}" type="presParOf" srcId="{962D3C4F-2440-46A6-A1E6-57079DB170F5}" destId="{FC05B9C6-DE2F-46C8-B0BF-3C4BE0BA0BAC}" srcOrd="0" destOrd="0" presId="urn:microsoft.com/office/officeart/2018/5/layout/IconCircleLabelList"/>
    <dgm:cxn modelId="{5BEA0D57-0508-42F4-83C8-32790D8ED45D}" type="presParOf" srcId="{962D3C4F-2440-46A6-A1E6-57079DB170F5}" destId="{7D9CBEA7-68A5-4784-9E18-08E4BEAE921E}" srcOrd="1" destOrd="0" presId="urn:microsoft.com/office/officeart/2018/5/layout/IconCircleLabelList"/>
    <dgm:cxn modelId="{C19C8850-B37C-46C3-8443-052504F7A8EA}" type="presParOf" srcId="{962D3C4F-2440-46A6-A1E6-57079DB170F5}" destId="{F29D7CCD-45C8-4FF2-8F3F-DC234FA9E635}" srcOrd="2" destOrd="0" presId="urn:microsoft.com/office/officeart/2018/5/layout/IconCircleLabelList"/>
    <dgm:cxn modelId="{50A1CA35-3FF5-460D-B441-63D8B3F1539E}" type="presParOf" srcId="{962D3C4F-2440-46A6-A1E6-57079DB170F5}" destId="{CEE67021-F923-49FC-93E7-BC44D4E74E47}" srcOrd="3" destOrd="0" presId="urn:microsoft.com/office/officeart/2018/5/layout/IconCircleLabelList"/>
    <dgm:cxn modelId="{827962B2-58EF-4AA3-9092-81BEF69698A4}" type="presParOf" srcId="{B4DFC715-16B8-4086-B711-AC99496F5DC5}" destId="{ABC5AAC6-E47F-441D-A4AF-4D27DCF5092E}" srcOrd="1" destOrd="0" presId="urn:microsoft.com/office/officeart/2018/5/layout/IconCircleLabelList"/>
    <dgm:cxn modelId="{45C1E0B4-8B08-4955-8136-EA3C45A8B5E9}" type="presParOf" srcId="{B4DFC715-16B8-4086-B711-AC99496F5DC5}" destId="{5CF3A43D-616A-4279-BDE0-A87C9742CDDB}" srcOrd="2" destOrd="0" presId="urn:microsoft.com/office/officeart/2018/5/layout/IconCircleLabelList"/>
    <dgm:cxn modelId="{6F0C9E24-AACC-44AF-AA46-D78A8C1F7C32}" type="presParOf" srcId="{5CF3A43D-616A-4279-BDE0-A87C9742CDDB}" destId="{94A0C7B5-CF9C-49F6-BB19-8599DE18C671}" srcOrd="0" destOrd="0" presId="urn:microsoft.com/office/officeart/2018/5/layout/IconCircleLabelList"/>
    <dgm:cxn modelId="{096A4EF8-4225-4A2C-85F5-A9479B796762}" type="presParOf" srcId="{5CF3A43D-616A-4279-BDE0-A87C9742CDDB}" destId="{13134837-A864-4349-A5C8-A116EA6D2C4B}" srcOrd="1" destOrd="0" presId="urn:microsoft.com/office/officeart/2018/5/layout/IconCircleLabelList"/>
    <dgm:cxn modelId="{B2125795-56CE-446A-93C4-48B869216805}" type="presParOf" srcId="{5CF3A43D-616A-4279-BDE0-A87C9742CDDB}" destId="{E8AF2AA2-F62D-4CCB-8E0D-A5ADE5013FFD}" srcOrd="2" destOrd="0" presId="urn:microsoft.com/office/officeart/2018/5/layout/IconCircleLabelList"/>
    <dgm:cxn modelId="{8AF3912B-CAC6-4569-B245-00DCA0B079A3}" type="presParOf" srcId="{5CF3A43D-616A-4279-BDE0-A87C9742CDDB}" destId="{8ADE5C7B-4302-4DCC-A687-183C88E482B2}" srcOrd="3" destOrd="0" presId="urn:microsoft.com/office/officeart/2018/5/layout/IconCircleLabelList"/>
    <dgm:cxn modelId="{70CC6D1C-0F58-45F2-BBB9-0F1881EF9C1A}" type="presParOf" srcId="{B4DFC715-16B8-4086-B711-AC99496F5DC5}" destId="{2325C66D-AD34-41D2-BAC4-9802614D9AD4}" srcOrd="3" destOrd="0" presId="urn:microsoft.com/office/officeart/2018/5/layout/IconCircleLabelList"/>
    <dgm:cxn modelId="{B7F54D33-BFF0-4290-A4F1-84CE338C4FE7}" type="presParOf" srcId="{B4DFC715-16B8-4086-B711-AC99496F5DC5}" destId="{29BEC216-2B81-4746-9F90-8D627B2AE4EB}" srcOrd="4" destOrd="0" presId="urn:microsoft.com/office/officeart/2018/5/layout/IconCircleLabelList"/>
    <dgm:cxn modelId="{F6783709-0716-447E-8D87-6838A682354F}" type="presParOf" srcId="{29BEC216-2B81-4746-9F90-8D627B2AE4EB}" destId="{133E7284-85F6-41B0-B15A-79FA76998308}" srcOrd="0" destOrd="0" presId="urn:microsoft.com/office/officeart/2018/5/layout/IconCircleLabelList"/>
    <dgm:cxn modelId="{93E2FD02-CAE5-44B9-96E2-154204FCD2F5}" type="presParOf" srcId="{29BEC216-2B81-4746-9F90-8D627B2AE4EB}" destId="{BD93002D-384B-4C76-9B09-53199268805C}" srcOrd="1" destOrd="0" presId="urn:microsoft.com/office/officeart/2018/5/layout/IconCircleLabelList"/>
    <dgm:cxn modelId="{BB0801CB-C81D-4440-AA9B-DD9E32DD7D24}" type="presParOf" srcId="{29BEC216-2B81-4746-9F90-8D627B2AE4EB}" destId="{782CD79F-BA2E-4AC2-86EA-6FB33FDFA653}" srcOrd="2" destOrd="0" presId="urn:microsoft.com/office/officeart/2018/5/layout/IconCircleLabelList"/>
    <dgm:cxn modelId="{EBA31265-805C-4A8A-8BF2-C4C1B6881236}" type="presParOf" srcId="{29BEC216-2B81-4746-9F90-8D627B2AE4EB}" destId="{EE08375F-1CB2-4B6C-8CBC-919F8BC110B3}" srcOrd="3" destOrd="0" presId="urn:microsoft.com/office/officeart/2018/5/layout/IconCircleLabelList"/>
    <dgm:cxn modelId="{B356C7DA-190E-475C-B377-EA358953ACCB}" type="presParOf" srcId="{B4DFC715-16B8-4086-B711-AC99496F5DC5}" destId="{4DED910F-8EDB-4066-88CF-F3B5086804B7}" srcOrd="5" destOrd="0" presId="urn:microsoft.com/office/officeart/2018/5/layout/IconCircleLabelList"/>
    <dgm:cxn modelId="{BB65C5EB-7BAC-4725-B86C-E59BBCED0B93}" type="presParOf" srcId="{B4DFC715-16B8-4086-B711-AC99496F5DC5}" destId="{F6407729-A437-4604-8A32-22D0873586C3}" srcOrd="6" destOrd="0" presId="urn:microsoft.com/office/officeart/2018/5/layout/IconCircleLabelList"/>
    <dgm:cxn modelId="{D54FE2B3-5B01-47FB-B0D5-CEBFF0263166}" type="presParOf" srcId="{F6407729-A437-4604-8A32-22D0873586C3}" destId="{E8EC5EC4-E91D-458B-BFF2-3A9F303EEDAD}" srcOrd="0" destOrd="0" presId="urn:microsoft.com/office/officeart/2018/5/layout/IconCircleLabelList"/>
    <dgm:cxn modelId="{C3EA8240-7779-482C-B9C8-5151CF67893F}" type="presParOf" srcId="{F6407729-A437-4604-8A32-22D0873586C3}" destId="{B2C93545-FF0F-4DF2-88C0-55F943738426}" srcOrd="1" destOrd="0" presId="urn:microsoft.com/office/officeart/2018/5/layout/IconCircleLabelList"/>
    <dgm:cxn modelId="{69F60550-5B52-498C-9E4D-525B8EBBDB9C}" type="presParOf" srcId="{F6407729-A437-4604-8A32-22D0873586C3}" destId="{7049EDFC-2B52-4D49-A4BB-CF1969067299}" srcOrd="2" destOrd="0" presId="urn:microsoft.com/office/officeart/2018/5/layout/IconCircleLabelList"/>
    <dgm:cxn modelId="{A559E347-0838-4F75-B00F-CA7B5D902DBF}" type="presParOf" srcId="{F6407729-A437-4604-8A32-22D0873586C3}" destId="{E8F529FB-C1D2-4BF1-AC10-9D2D72E8775D}" srcOrd="3" destOrd="0" presId="urn:microsoft.com/office/officeart/2018/5/layout/IconCircleLabelList"/>
    <dgm:cxn modelId="{561FFC13-9B34-4047-9233-1EC1C5C295BD}" type="presParOf" srcId="{B4DFC715-16B8-4086-B711-AC99496F5DC5}" destId="{BD1F7CD1-F21C-4968-A833-3F0245229FB7}" srcOrd="7" destOrd="0" presId="urn:microsoft.com/office/officeart/2018/5/layout/IconCircleLabelList"/>
    <dgm:cxn modelId="{740E69ED-99F9-4F0F-AEB7-4F7D0B9FA40E}" type="presParOf" srcId="{B4DFC715-16B8-4086-B711-AC99496F5DC5}" destId="{2F9910B2-1561-463C-B32C-2FDC209E6874}" srcOrd="8" destOrd="0" presId="urn:microsoft.com/office/officeart/2018/5/layout/IconCircleLabelList"/>
    <dgm:cxn modelId="{2E411864-AAC6-4C86-A800-2672B6A8B5B9}" type="presParOf" srcId="{2F9910B2-1561-463C-B32C-2FDC209E6874}" destId="{551151C5-7EFE-424B-895F-D890B7C5291F}" srcOrd="0" destOrd="0" presId="urn:microsoft.com/office/officeart/2018/5/layout/IconCircleLabelList"/>
    <dgm:cxn modelId="{1DDE5E4F-64C1-45D6-AE26-1A7104A474AC}" type="presParOf" srcId="{2F9910B2-1561-463C-B32C-2FDC209E6874}" destId="{3AFEDFE5-9E17-4CC9-8061-9562A38B5EE2}" srcOrd="1" destOrd="0" presId="urn:microsoft.com/office/officeart/2018/5/layout/IconCircleLabelList"/>
    <dgm:cxn modelId="{1B4C19B2-EC6E-4201-ACB1-822FDDC4E23E}" type="presParOf" srcId="{2F9910B2-1561-463C-B32C-2FDC209E6874}" destId="{2A5B30DD-1115-49E6-8EE6-3E7C07FDA468}" srcOrd="2" destOrd="0" presId="urn:microsoft.com/office/officeart/2018/5/layout/IconCircleLabelList"/>
    <dgm:cxn modelId="{E51D9C52-D0D2-428A-BD94-D259C01DA450}" type="presParOf" srcId="{2F9910B2-1561-463C-B32C-2FDC209E6874}" destId="{C36E308F-2D75-4F3F-8820-2BBE99A14B6E}" srcOrd="3" destOrd="0" presId="urn:microsoft.com/office/officeart/2018/5/layout/IconCircleLabelList"/>
    <dgm:cxn modelId="{0F4BF81C-4168-4EA5-B629-866DEBA8FD77}" type="presParOf" srcId="{B4DFC715-16B8-4086-B711-AC99496F5DC5}" destId="{9DF405F1-D923-41F5-9E0D-3E9CB95947A9}" srcOrd="9" destOrd="0" presId="urn:microsoft.com/office/officeart/2018/5/layout/IconCircleLabelList"/>
    <dgm:cxn modelId="{90901323-D3E7-4D5D-9383-6499E252EE98}" type="presParOf" srcId="{B4DFC715-16B8-4086-B711-AC99496F5DC5}" destId="{4286DCB9-3FFF-4F20-8366-82BD352E4067}" srcOrd="10" destOrd="0" presId="urn:microsoft.com/office/officeart/2018/5/layout/IconCircleLabelList"/>
    <dgm:cxn modelId="{41C31D92-300B-44B2-90AE-EA1BCCF3A8E9}" type="presParOf" srcId="{4286DCB9-3FFF-4F20-8366-82BD352E4067}" destId="{FB0E42EF-205C-4D03-BA2A-F3742C0840DF}" srcOrd="0" destOrd="0" presId="urn:microsoft.com/office/officeart/2018/5/layout/IconCircleLabelList"/>
    <dgm:cxn modelId="{50F69EFB-4CA8-4434-ACA5-2E6F38975616}" type="presParOf" srcId="{4286DCB9-3FFF-4F20-8366-82BD352E4067}" destId="{E99D0B44-E982-498B-9E14-730D86C1D86D}" srcOrd="1" destOrd="0" presId="urn:microsoft.com/office/officeart/2018/5/layout/IconCircleLabelList"/>
    <dgm:cxn modelId="{D115D536-0FA7-4322-82E3-CF6540F135E3}" type="presParOf" srcId="{4286DCB9-3FFF-4F20-8366-82BD352E4067}" destId="{AB158248-1E83-494A-B018-34CD21714C47}" srcOrd="2" destOrd="0" presId="urn:microsoft.com/office/officeart/2018/5/layout/IconCircleLabelList"/>
    <dgm:cxn modelId="{DF687236-AA3E-45F7-BA8E-324A3536FF50}" type="presParOf" srcId="{4286DCB9-3FFF-4F20-8366-82BD352E4067}" destId="{174534CC-6004-4754-97FC-E28879CBC122}" srcOrd="3" destOrd="0" presId="urn:microsoft.com/office/officeart/2018/5/layout/IconCircleLabelList"/>
    <dgm:cxn modelId="{E6DE7D94-3C09-4E86-804E-45433BF094DC}" type="presParOf" srcId="{B4DFC715-16B8-4086-B711-AC99496F5DC5}" destId="{8C099DCA-B4CD-4DB3-8D1A-7E0F3E8A272B}" srcOrd="11" destOrd="0" presId="urn:microsoft.com/office/officeart/2018/5/layout/IconCircleLabelList"/>
    <dgm:cxn modelId="{1B793821-1C32-4F87-81FC-DF19E731E1EA}" type="presParOf" srcId="{B4DFC715-16B8-4086-B711-AC99496F5DC5}" destId="{CAE15177-3357-4A4A-B1D9-92EA5F485802}" srcOrd="12" destOrd="0" presId="urn:microsoft.com/office/officeart/2018/5/layout/IconCircleLabelList"/>
    <dgm:cxn modelId="{E051C1A8-6C4A-4417-A1AB-A348E48B0861}" type="presParOf" srcId="{CAE15177-3357-4A4A-B1D9-92EA5F485802}" destId="{5E23D7CA-A503-4E48-8AF5-21D895964FB3}" srcOrd="0" destOrd="0" presId="urn:microsoft.com/office/officeart/2018/5/layout/IconCircleLabelList"/>
    <dgm:cxn modelId="{DDDB7611-1CE0-4748-BDA3-0EAB58686F9D}" type="presParOf" srcId="{CAE15177-3357-4A4A-B1D9-92EA5F485802}" destId="{F4AA7712-5AD5-4551-B806-C8F6384579E9}" srcOrd="1" destOrd="0" presId="urn:microsoft.com/office/officeart/2018/5/layout/IconCircleLabelList"/>
    <dgm:cxn modelId="{7C016E5C-5FB1-4BC2-98B4-8CD89ADA8641}" type="presParOf" srcId="{CAE15177-3357-4A4A-B1D9-92EA5F485802}" destId="{6BB13AD2-17B2-44C0-BCD0-E220603BE412}" srcOrd="2" destOrd="0" presId="urn:microsoft.com/office/officeart/2018/5/layout/IconCircleLabelList"/>
    <dgm:cxn modelId="{57A230F2-C1F8-443B-AD81-ED52ADC55781}" type="presParOf" srcId="{CAE15177-3357-4A4A-B1D9-92EA5F485802}" destId="{68C2CC40-9E39-4603-9780-718123EBDE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5B9C6-DE2F-46C8-B0BF-3C4BE0BA0BAC}">
      <dsp:nvSpPr>
        <dsp:cNvPr id="0" name=""/>
        <dsp:cNvSpPr/>
      </dsp:nvSpPr>
      <dsp:spPr>
        <a:xfrm>
          <a:off x="443702" y="181"/>
          <a:ext cx="942521" cy="9425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CBEA7-68A5-4784-9E18-08E4BEAE921E}">
      <dsp:nvSpPr>
        <dsp:cNvPr id="0" name=""/>
        <dsp:cNvSpPr/>
      </dsp:nvSpPr>
      <dsp:spPr>
        <a:xfrm>
          <a:off x="644567" y="201046"/>
          <a:ext cx="540791" cy="5407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67021-F923-49FC-93E7-BC44D4E74E47}">
      <dsp:nvSpPr>
        <dsp:cNvPr id="0" name=""/>
        <dsp:cNvSpPr/>
      </dsp:nvSpPr>
      <dsp:spPr>
        <a:xfrm>
          <a:off x="142404" y="123627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História</a:t>
          </a:r>
          <a:endParaRPr lang="en-US" sz="1300" kern="1200" dirty="0"/>
        </a:p>
      </dsp:txBody>
      <dsp:txXfrm>
        <a:off x="142404" y="1236274"/>
        <a:ext cx="1545117" cy="618046"/>
      </dsp:txXfrm>
    </dsp:sp>
    <dsp:sp modelId="{94A0C7B5-CF9C-49F6-BB19-8599DE18C671}">
      <dsp:nvSpPr>
        <dsp:cNvPr id="0" name=""/>
        <dsp:cNvSpPr/>
      </dsp:nvSpPr>
      <dsp:spPr>
        <a:xfrm>
          <a:off x="2259215" y="181"/>
          <a:ext cx="942521" cy="94252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34837-A864-4349-A5C8-A116EA6D2C4B}">
      <dsp:nvSpPr>
        <dsp:cNvPr id="0" name=""/>
        <dsp:cNvSpPr/>
      </dsp:nvSpPr>
      <dsp:spPr>
        <a:xfrm>
          <a:off x="2460080" y="201046"/>
          <a:ext cx="540791" cy="5407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E5C7B-4302-4DCC-A687-183C88E482B2}">
      <dsp:nvSpPr>
        <dsp:cNvPr id="0" name=""/>
        <dsp:cNvSpPr/>
      </dsp:nvSpPr>
      <dsp:spPr>
        <a:xfrm>
          <a:off x="1957917" y="123627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Personagens</a:t>
          </a:r>
          <a:endParaRPr lang="en-US" sz="1300" kern="1200" dirty="0"/>
        </a:p>
      </dsp:txBody>
      <dsp:txXfrm>
        <a:off x="1957917" y="1236274"/>
        <a:ext cx="1545117" cy="618046"/>
      </dsp:txXfrm>
    </dsp:sp>
    <dsp:sp modelId="{133E7284-85F6-41B0-B15A-79FA76998308}">
      <dsp:nvSpPr>
        <dsp:cNvPr id="0" name=""/>
        <dsp:cNvSpPr/>
      </dsp:nvSpPr>
      <dsp:spPr>
        <a:xfrm>
          <a:off x="4074727" y="181"/>
          <a:ext cx="942521" cy="94252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3002D-384B-4C76-9B09-53199268805C}">
      <dsp:nvSpPr>
        <dsp:cNvPr id="0" name=""/>
        <dsp:cNvSpPr/>
      </dsp:nvSpPr>
      <dsp:spPr>
        <a:xfrm>
          <a:off x="4275593" y="201046"/>
          <a:ext cx="540791" cy="5407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8375F-1CB2-4B6C-8CBC-919F8BC110B3}">
      <dsp:nvSpPr>
        <dsp:cNvPr id="0" name=""/>
        <dsp:cNvSpPr/>
      </dsp:nvSpPr>
      <dsp:spPr>
        <a:xfrm>
          <a:off x="3773430" y="123627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Design de nível / ambiente</a:t>
          </a:r>
          <a:endParaRPr lang="en-US" sz="1300" kern="1200" dirty="0"/>
        </a:p>
      </dsp:txBody>
      <dsp:txXfrm>
        <a:off x="3773430" y="1236274"/>
        <a:ext cx="1545117" cy="618046"/>
      </dsp:txXfrm>
    </dsp:sp>
    <dsp:sp modelId="{E8EC5EC4-E91D-458B-BFF2-3A9F303EEDAD}">
      <dsp:nvSpPr>
        <dsp:cNvPr id="0" name=""/>
        <dsp:cNvSpPr/>
      </dsp:nvSpPr>
      <dsp:spPr>
        <a:xfrm>
          <a:off x="5890240" y="181"/>
          <a:ext cx="942521" cy="94252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93545-FF0F-4DF2-88C0-55F943738426}">
      <dsp:nvSpPr>
        <dsp:cNvPr id="0" name=""/>
        <dsp:cNvSpPr/>
      </dsp:nvSpPr>
      <dsp:spPr>
        <a:xfrm>
          <a:off x="6091105" y="201046"/>
          <a:ext cx="540791" cy="5407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529FB-C1D2-4BF1-AC10-9D2D72E8775D}">
      <dsp:nvSpPr>
        <dsp:cNvPr id="0" name=""/>
        <dsp:cNvSpPr/>
      </dsp:nvSpPr>
      <dsp:spPr>
        <a:xfrm>
          <a:off x="5588942" y="123627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Jogabilidade</a:t>
          </a:r>
          <a:endParaRPr lang="en-US" sz="1300" kern="1200" dirty="0"/>
        </a:p>
      </dsp:txBody>
      <dsp:txXfrm>
        <a:off x="5588942" y="1236274"/>
        <a:ext cx="1545117" cy="618046"/>
      </dsp:txXfrm>
    </dsp:sp>
    <dsp:sp modelId="{551151C5-7EFE-424B-895F-D890B7C5291F}">
      <dsp:nvSpPr>
        <dsp:cNvPr id="0" name=""/>
        <dsp:cNvSpPr/>
      </dsp:nvSpPr>
      <dsp:spPr>
        <a:xfrm>
          <a:off x="7705753" y="181"/>
          <a:ext cx="942521" cy="94252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EDFE5-9E17-4CC9-8061-9562A38B5EE2}">
      <dsp:nvSpPr>
        <dsp:cNvPr id="0" name=""/>
        <dsp:cNvSpPr/>
      </dsp:nvSpPr>
      <dsp:spPr>
        <a:xfrm>
          <a:off x="7906618" y="201046"/>
          <a:ext cx="540791" cy="5407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E308F-2D75-4F3F-8820-2BBE99A14B6E}">
      <dsp:nvSpPr>
        <dsp:cNvPr id="0" name=""/>
        <dsp:cNvSpPr/>
      </dsp:nvSpPr>
      <dsp:spPr>
        <a:xfrm>
          <a:off x="7404455" y="123627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 err="1"/>
            <a:t>Art</a:t>
          </a:r>
          <a:endParaRPr lang="en-US" sz="1300" kern="1200" dirty="0"/>
        </a:p>
      </dsp:txBody>
      <dsp:txXfrm>
        <a:off x="7404455" y="1236274"/>
        <a:ext cx="1545117" cy="618046"/>
      </dsp:txXfrm>
    </dsp:sp>
    <dsp:sp modelId="{FB0E42EF-205C-4D03-BA2A-F3742C0840DF}">
      <dsp:nvSpPr>
        <dsp:cNvPr id="0" name=""/>
        <dsp:cNvSpPr/>
      </dsp:nvSpPr>
      <dsp:spPr>
        <a:xfrm>
          <a:off x="9521265" y="181"/>
          <a:ext cx="942521" cy="9425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D0B44-E982-498B-9E14-730D86C1D86D}">
      <dsp:nvSpPr>
        <dsp:cNvPr id="0" name=""/>
        <dsp:cNvSpPr/>
      </dsp:nvSpPr>
      <dsp:spPr>
        <a:xfrm>
          <a:off x="9722131" y="201046"/>
          <a:ext cx="540791" cy="5407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534CC-6004-4754-97FC-E28879CBC122}">
      <dsp:nvSpPr>
        <dsp:cNvPr id="0" name=""/>
        <dsp:cNvSpPr/>
      </dsp:nvSpPr>
      <dsp:spPr>
        <a:xfrm>
          <a:off x="9219968" y="123627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Som e Música</a:t>
          </a:r>
          <a:endParaRPr lang="en-US" sz="1300" kern="1200" dirty="0"/>
        </a:p>
      </dsp:txBody>
      <dsp:txXfrm>
        <a:off x="9219968" y="1236274"/>
        <a:ext cx="1545117" cy="618046"/>
      </dsp:txXfrm>
    </dsp:sp>
    <dsp:sp modelId="{5E23D7CA-A503-4E48-8AF5-21D895964FB3}">
      <dsp:nvSpPr>
        <dsp:cNvPr id="0" name=""/>
        <dsp:cNvSpPr/>
      </dsp:nvSpPr>
      <dsp:spPr>
        <a:xfrm>
          <a:off x="4982484" y="2240601"/>
          <a:ext cx="942521" cy="94252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A7712-5AD5-4551-B806-C8F6384579E9}">
      <dsp:nvSpPr>
        <dsp:cNvPr id="0" name=""/>
        <dsp:cNvSpPr/>
      </dsp:nvSpPr>
      <dsp:spPr>
        <a:xfrm>
          <a:off x="5183349" y="2441466"/>
          <a:ext cx="540791" cy="54079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2CC40-9E39-4603-9780-718123EBDEC0}">
      <dsp:nvSpPr>
        <dsp:cNvPr id="0" name=""/>
        <dsp:cNvSpPr/>
      </dsp:nvSpPr>
      <dsp:spPr>
        <a:xfrm>
          <a:off x="4681186" y="3476694"/>
          <a:ext cx="1545117" cy="61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 dirty="0"/>
            <a:t>Interface do usuário, controles do jogo</a:t>
          </a:r>
          <a:endParaRPr lang="en-US" sz="1300" kern="1200" dirty="0"/>
        </a:p>
      </dsp:txBody>
      <dsp:txXfrm>
        <a:off x="4681186" y="3476694"/>
        <a:ext cx="1545117" cy="618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33DBC-BD10-4F9A-AD6D-E183A601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1020FF-B647-4AC6-AEA2-43E8B6340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44123C-B568-4BDD-AE5C-9E32627D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A3CE6F-8B01-41FD-8B42-46C42F2F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1E9F0A-845F-45DB-9D30-1351D080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53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D9280-A1EB-4A2E-A307-C9278F9F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4C08FD-6049-4320-8C9C-46EC07B2C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003BE-C19C-4A07-90FE-D2FA0EF0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FCCA92-DDBC-4E85-B248-D3801C047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C493D9-6717-4162-A165-BBD24981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68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7271C-EF00-456C-8B0C-E89BFE0E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C2294A-E02E-48AA-949D-3BFC16748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4F863C-93A0-4A66-BF2E-7198B003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DEE159-C787-45A9-BED5-1EA11F2D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2CB6F5-1279-4368-8311-EA33D140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1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149C9-6525-4A2F-A8B0-60E19050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E15E4-8ACA-4CA9-9772-0358B0CC9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8E0B7B-CCA1-48DF-BC80-9F50700C3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3387DC-C504-4367-9331-440600D6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2417FA-B15E-49E0-B917-6ED7306B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E2396A-61A5-4D67-8ED3-54DA7B2E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99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E7D6D-1938-498E-8A59-67DB5A02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8D6B7B-356F-47DA-9913-D3887AEEB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0D4331-4C70-4C92-A78A-4C18FAE66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764C793-E7BA-41D0-8EDA-BCC9B94B0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0F25C4-519E-4A0A-A891-16B4EBC8C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487831-8F69-45CA-A119-20735F53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DA226C-2E9D-44BD-B676-B0DB2168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B06D8E-644A-458B-BBDE-5D523B70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74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DBE14-71DD-44F4-A752-14644D63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D85A84-A979-4336-B83B-C4437F46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04C9E2-5601-40CD-B718-7079E26D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EFEEB5-806F-4057-82DF-5EEC4DD0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01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B13EEF-0F3A-4D84-9AC5-E8DEFF50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46B656-AB54-496D-804C-A4786F88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21242E-6C3F-4A5D-B26F-506B4897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93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6D7F-17B2-4C6F-8369-1866199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C6FCEB-4D2F-4E2F-B786-FA1684C56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166238-5551-48D1-ABE5-0F089FF78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4D4781-4B39-482C-9BBB-147588A2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B4688D-C09E-468A-8381-8900806A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968965-1793-4C11-A509-4F382B98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26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8630B-256C-43E3-BEA5-738C29FE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2A5FDE-3E7F-45AA-8260-B2AB1DD3A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1995D7-8B11-4E17-9032-FD387BB99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5556C5-12D9-4443-B24D-252C2E83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53EAB2-14DF-4047-9E6E-35D55756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2960F9-A53B-4403-B78B-02264D1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50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320F3-F95F-4BBC-B72C-48A4BDED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F8249A-B5F6-47F3-A71A-668AAFC14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7C8CD9-4245-4AA9-83A0-DF7C5AD30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23AB3-4776-4B22-8328-AC4CBB9D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ECA52-C5DE-48A5-ABA2-E42F2F6C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19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6C2738-D2D3-46A0-BDED-07F5DC8DB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655C20-C2F6-4978-9FCB-5A808BEDD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F88565-890E-45FC-8C57-CF5FE2C5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3FE386-A5B2-4278-9CF8-13786123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50C436-4013-40C9-820B-36607126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76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127318-7634-4058-8787-38CEBDA9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4D9EB8-9F93-416E-871E-EC04F28F2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000AB4-D2C4-4494-B6FF-852C72E4F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E0B57-C6EB-489B-A05C-C1716F58FF12}" type="datetimeFigureOut">
              <a:rPr lang="pt-BR" smtClean="0"/>
              <a:t>08/12/2020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8CF4E0-04A9-4A78-A3C4-2DB66B6BB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31F2F-2F17-4AA5-913E-B871A12D8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1D6B1-113A-4A0A-9AAE-EDE9F6FECA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24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gdd.ppt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gdd.ppt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298FFC-5799-4F99-B413-731BA6927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919" y="2945524"/>
            <a:ext cx="6457183" cy="2274388"/>
          </a:xfrm>
        </p:spPr>
        <p:txBody>
          <a:bodyPr anchor="t">
            <a:normAutofit/>
          </a:bodyPr>
          <a:lstStyle/>
          <a:p>
            <a:pPr algn="l"/>
            <a:r>
              <a:rPr lang="pt-BR" sz="7200" dirty="0"/>
              <a:t>GDD Tecno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4DE962-865D-4AC2-ACD6-143F03983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480" y="1234285"/>
            <a:ext cx="5013661" cy="1683292"/>
          </a:xfrm>
        </p:spPr>
        <p:txBody>
          <a:bodyPr anchor="b">
            <a:normAutofit/>
          </a:bodyPr>
          <a:lstStyle/>
          <a:p>
            <a:pPr algn="l"/>
            <a:r>
              <a:rPr lang="pt-BR" dirty="0"/>
              <a:t> Game Design </a:t>
            </a:r>
            <a:r>
              <a:rPr lang="pt-BR" dirty="0" err="1"/>
              <a:t>Document</a:t>
            </a:r>
            <a:endParaRPr lang="pt-BR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924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F7C278-D3DC-49A9-A21B-6BCD6D94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anchor="ctr">
            <a:normAutofit/>
          </a:bodyPr>
          <a:lstStyle/>
          <a:p>
            <a:r>
              <a:rPr lang="pt-BR" dirty="0"/>
              <a:t>Introdução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19F9F5F-FFBE-487D-BDD1-84EEB471F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064453"/>
              </p:ext>
            </p:extLst>
          </p:nvPr>
        </p:nvGraphicFramePr>
        <p:xfrm>
          <a:off x="629854" y="1860604"/>
          <a:ext cx="10907490" cy="409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761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ECD74F-4034-47E8-BFA5-489AAF6D4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633" y="4518923"/>
            <a:ext cx="3312734" cy="1141851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 err="1">
                <a:solidFill>
                  <a:srgbClr val="080808"/>
                </a:solidFill>
                <a:latin typeface="+mn-lt"/>
                <a:ea typeface="+mn-ea"/>
                <a:cs typeface="+mn-cs"/>
              </a:rPr>
              <a:t>Disponível</a:t>
            </a:r>
            <a:r>
              <a:rPr lang="en-US" sz="2000" kern="1200" dirty="0">
                <a:solidFill>
                  <a:srgbClr val="080808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080808"/>
                </a:solidFill>
                <a:latin typeface="+mn-lt"/>
                <a:ea typeface="+mn-ea"/>
                <a:cs typeface="+mn-cs"/>
              </a:rPr>
              <a:t>nesse</a:t>
            </a:r>
            <a:r>
              <a:rPr lang="en-US" sz="2000" kern="1200" dirty="0">
                <a:solidFill>
                  <a:srgbClr val="080808"/>
                </a:solidFill>
                <a:latin typeface="+mn-lt"/>
                <a:ea typeface="+mn-ea"/>
                <a:cs typeface="+mn-cs"/>
              </a:rPr>
              <a:t> slide </a:t>
            </a:r>
            <a:r>
              <a:rPr lang="en-US" sz="2000" kern="1200" dirty="0" err="1">
                <a:solidFill>
                  <a:srgbClr val="080808"/>
                </a:solidFill>
                <a:latin typeface="+mn-lt"/>
                <a:ea typeface="+mn-ea"/>
                <a:cs typeface="+mn-cs"/>
              </a:rPr>
              <a:t>aqui</a:t>
            </a:r>
            <a:r>
              <a:rPr lang="en-US" sz="2000" kern="1200" dirty="0">
                <a:solidFill>
                  <a:srgbClr val="080808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en-US" sz="2000" kern="1200" dirty="0">
                <a:solidFill>
                  <a:srgbClr val="080808"/>
                </a:solidFill>
                <a:latin typeface="+mn-lt"/>
                <a:ea typeface="+mn-ea"/>
                <a:cs typeface="+mn-cs"/>
                <a:hlinkClick r:id="rId2" action="ppaction://hlinkpres?slideindex=1&amp;slidetitle="/>
              </a:rPr>
              <a:t>clique </a:t>
            </a:r>
            <a:r>
              <a:rPr lang="en-US" sz="2000" kern="1200" dirty="0" err="1">
                <a:solidFill>
                  <a:srgbClr val="080808"/>
                </a:solidFill>
                <a:latin typeface="+mn-lt"/>
                <a:ea typeface="+mn-ea"/>
                <a:cs typeface="+mn-cs"/>
                <a:hlinkClick r:id="rId2" action="ppaction://hlinkpres?slideindex=1&amp;slidetitle="/>
              </a:rPr>
              <a:t>aqui</a:t>
            </a:r>
            <a:endParaRPr lang="en-US" sz="2000" kern="1200" dirty="0">
              <a:solidFill>
                <a:srgbClr val="08080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75E617-3740-4E04-A666-BF5AF923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Personagens</a:t>
            </a:r>
            <a:br>
              <a:rPr lang="en-US" sz="3600" kern="1200">
                <a:solidFill>
                  <a:srgbClr val="080808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080808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3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2C2605-212A-4744-B195-03A11483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pt-BR" sz="3600" dirty="0"/>
              <a:t>História</a:t>
            </a:r>
            <a:br>
              <a:rPr lang="en-US" sz="3600" dirty="0"/>
            </a:br>
            <a:endParaRPr lang="pt-BR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26E05-7A81-4FB2-AFAC-23812624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US" sz="2000" kern="1200">
                <a:latin typeface="+mn-lt"/>
                <a:ea typeface="+mn-ea"/>
                <a:cs typeface="+mn-cs"/>
              </a:rPr>
              <a:t>Disponível nesse slide aqui : </a:t>
            </a:r>
            <a:r>
              <a:rPr lang="en-US" sz="2000" kern="1200">
                <a:latin typeface="+mn-lt"/>
                <a:ea typeface="+mn-ea"/>
                <a:cs typeface="+mn-cs"/>
                <a:hlinkClick r:id="rId2" action="ppaction://hlinkpres?slideindex=1&amp;slidetitle="/>
              </a:rPr>
              <a:t>clique aqui</a:t>
            </a:r>
            <a:endParaRPr lang="en-US" sz="2000" kern="1200">
              <a:latin typeface="+mn-lt"/>
              <a:ea typeface="+mn-ea"/>
              <a:cs typeface="+mn-cs"/>
            </a:endParaRPr>
          </a:p>
          <a:p>
            <a:endParaRPr lang="pt-BR" sz="200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8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75FA3-CF81-4517-A069-093C64D5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Jogabilidade</a:t>
            </a:r>
            <a:br>
              <a:rPr lang="pt-BR" dirty="0"/>
            </a:br>
            <a:endParaRPr lang="pt-BR" dirty="0"/>
          </a:p>
        </p:txBody>
      </p:sp>
      <p:pic>
        <p:nvPicPr>
          <p:cNvPr id="1026" name="Picture 2" descr="Quer jogar Paladins? Confira nosso guia de iniciante no ...">
            <a:extLst>
              <a:ext uri="{FF2B5EF4-FFF2-40B4-BE49-F238E27FC236}">
                <a16:creationId xmlns:a16="http://schemas.microsoft.com/office/drawing/2014/main" id="{4C6F5D29-624B-4839-A02E-59A69E84E2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906"/>
            <a:ext cx="4802011" cy="270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verwatch x Paladins: conheça as diferenças entre os games ...">
            <a:extLst>
              <a:ext uri="{FF2B5EF4-FFF2-40B4-BE49-F238E27FC236}">
                <a16:creationId xmlns:a16="http://schemas.microsoft.com/office/drawing/2014/main" id="{6F81CAE6-2087-40FF-9D9C-5A2A0C92B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7" y="0"/>
            <a:ext cx="5167313" cy="290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verwatch: Origins Edition Gameplay Xbox One - YouTube">
            <a:extLst>
              <a:ext uri="{FF2B5EF4-FFF2-40B4-BE49-F238E27FC236}">
                <a16:creationId xmlns:a16="http://schemas.microsoft.com/office/drawing/2014/main" id="{4CF17473-D1C6-4847-9F99-7F67E226E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839" y="3729038"/>
            <a:ext cx="5562599" cy="312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verwatch's Year of the Rooster event introduced a weird ...">
            <a:extLst>
              <a:ext uri="{FF2B5EF4-FFF2-40B4-BE49-F238E27FC236}">
                <a16:creationId xmlns:a16="http://schemas.microsoft.com/office/drawing/2014/main" id="{E1705122-A9C8-44D7-A343-476636A15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438" y="2909240"/>
            <a:ext cx="2701131" cy="270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283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1C881-6393-43A4-B75C-B00DEB1D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 e Música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6569E-F63B-4B52-9013-C660579D8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293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924F7-A7B0-4561-931B-79CEFED4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Art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89467-69E5-4FCD-B93A-02AD4EE85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368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0836A-CD45-43A6-8369-F484F89C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do usuário, controles do jogo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A8D42B-C77D-496C-ACB0-256255F4C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062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F0A2F-891F-46AA-B9F0-E73007B3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 de nível / ambiente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D9F22F-6FCD-42AE-AEAE-DA97E0B16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948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DC187319649D44AAE13526BA7C9E55" ma:contentTypeVersion="10" ma:contentTypeDescription="Create a new document." ma:contentTypeScope="" ma:versionID="edb73932963bfba04f2e9eb76dba9ec3">
  <xsd:schema xmlns:xsd="http://www.w3.org/2001/XMLSchema" xmlns:xs="http://www.w3.org/2001/XMLSchema" xmlns:p="http://schemas.microsoft.com/office/2006/metadata/properties" xmlns:ns3="f78ffcc0-2e89-42fe-a554-bcbcbdf547b4" xmlns:ns4="a780a7be-2258-47c0-b598-e36bce04fa64" targetNamespace="http://schemas.microsoft.com/office/2006/metadata/properties" ma:root="true" ma:fieldsID="3a42e08e2ff86ef96059ef3e7f41df9f" ns3:_="" ns4:_="">
    <xsd:import namespace="f78ffcc0-2e89-42fe-a554-bcbcbdf547b4"/>
    <xsd:import namespace="a780a7be-2258-47c0-b598-e36bce04fa6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8ffcc0-2e89-42fe-a554-bcbcbdf547b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0a7be-2258-47c0-b598-e36bce04fa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B214D7-B3F4-4141-BF02-343945D77D69}">
  <ds:schemaRefs>
    <ds:schemaRef ds:uri="f78ffcc0-2e89-42fe-a554-bcbcbdf547b4"/>
    <ds:schemaRef ds:uri="a780a7be-2258-47c0-b598-e36bce04fa64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EF1DDE-88A1-44A5-A90D-F607EE83D2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1EFDDF-19F6-4941-B26D-280F638842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8ffcc0-2e89-42fe-a554-bcbcbdf547b4"/>
    <ds:schemaRef ds:uri="a780a7be-2258-47c0-b598-e36bce04fa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GDD Tecno </vt:lpstr>
      <vt:lpstr>Introdução</vt:lpstr>
      <vt:lpstr>Personagens </vt:lpstr>
      <vt:lpstr>História </vt:lpstr>
      <vt:lpstr>Jogabilidade </vt:lpstr>
      <vt:lpstr>Som e Música </vt:lpstr>
      <vt:lpstr>Art </vt:lpstr>
      <vt:lpstr>Interface do usuário, controles do jogo </vt:lpstr>
      <vt:lpstr>Design de nível / ambiente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GDD Tecno </dc:title>
  <dc:creator>KAZUO IWATA</dc:creator>
  <cp:lastModifiedBy>KAZUO IWATA</cp:lastModifiedBy>
  <cp:revision>2</cp:revision>
  <dcterms:created xsi:type="dcterms:W3CDTF">2020-12-08T14:00:36Z</dcterms:created>
  <dcterms:modified xsi:type="dcterms:W3CDTF">2020-12-08T14:09:34Z</dcterms:modified>
</cp:coreProperties>
</file>